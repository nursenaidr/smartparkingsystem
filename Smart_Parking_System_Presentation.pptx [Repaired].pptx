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5" autoAdjust="0"/>
    <p:restoredTop sz="94610"/>
  </p:normalViewPr>
  <p:slideViewPr>
    <p:cSldViewPr snapToGrid="0" snapToObjects="1">
      <p:cViewPr>
        <p:scale>
          <a:sx n="124" d="100"/>
          <a:sy n="124" d="100"/>
        </p:scale>
        <p:origin x="21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452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011680"/>
            <a:ext cx="2743200" cy="27432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</a:t>
            </a:r>
            <a:r>
              <a:rPr lang="en-US" sz="4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212140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 smtClean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br>
              <a:rPr lang="en-US" sz="4400" b="1" dirty="0" smtClean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303580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Simplifying urban parking through real-time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management and online reservations</a:t>
            </a:r>
            <a:r>
              <a:rPr lang="en-US" sz="1300" dirty="0" smtClean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br>
              <a:rPr lang="en-US" sz="1300" dirty="0" smtClean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 smtClean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300" dirty="0" smtClean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 smtClean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300" dirty="0" smtClean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 smtClean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300" dirty="0" smtClean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 smtClean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300" dirty="0" smtClean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 smtClean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Nursena Idrizi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9136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91640" y="41970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44805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 smtClean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91640" y="44805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Management System  |  Nursena Idrizi  ·  131666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987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Problem Statement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73352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73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17465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&amp; Requirements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32304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32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25054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91256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191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" y="32644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50208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50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" y="4023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&amp; Database Design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914400"/>
            <a:ext cx="438912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914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85232" y="9875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673352"/>
            <a:ext cx="438912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673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85232" y="17465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432304"/>
            <a:ext cx="438912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432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85232" y="25054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&amp; Future Work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191256"/>
            <a:ext cx="438912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191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85232" y="32644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it solve?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Management System  |  Nursena Idrizi  ·  131666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14800" cy="1463040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in urban areas waste valuable time circling city blocks in search of parking, causing increased traffic congestion, fuel waste, and driver frustration.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14800" cy="1463040"/>
          </a:xfrm>
          <a:prstGeom prst="rect">
            <a:avLst/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35331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Smart Parking Management System providing real-time slot availability, online reservations, and an admin dashboard — eliminating the guesswork.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633472"/>
            <a:ext cx="27432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633472"/>
            <a:ext cx="54864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27066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" y="2962656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registration &amp; login with role-based access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0" y="2633472"/>
            <a:ext cx="27432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2633472"/>
            <a:ext cx="54864" cy="9875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8416" y="27066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Slots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28416" y="2962656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parking availability tracking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80760" y="2633472"/>
            <a:ext cx="27432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2633472"/>
            <a:ext cx="54864" cy="9875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27066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08776" y="2962656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modify, and cancel slots online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694176"/>
            <a:ext cx="27432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94176"/>
            <a:ext cx="54864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" y="3767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8056" y="402336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online payment processing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0" y="3694176"/>
            <a:ext cx="27432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3694176"/>
            <a:ext cx="54864" cy="9875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28416" y="3767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28416" y="402336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for slot &amp; user management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80760" y="3694176"/>
            <a:ext cx="27432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3694176"/>
            <a:ext cx="54864" cy="9875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08776" y="3767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08776" y="402336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confirmations &amp; reminders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&amp; Requirements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Management System  |  Nursena Idrizi  ·  131666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User Stories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8503920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51560" y="12344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…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12344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…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543800" y="12344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1499616"/>
            <a:ext cx="85039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499616"/>
            <a:ext cx="68580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49961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1560" y="15910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 account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0" y="15910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log in and make reservations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71232" y="1591056"/>
            <a:ext cx="1005840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71232" y="15910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1947672"/>
            <a:ext cx="8503920" cy="402336"/>
          </a:xfrm>
          <a:prstGeom prst="rect">
            <a:avLst/>
          </a:prstGeom>
          <a:solidFill>
            <a:srgbClr val="EFF6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1947672"/>
            <a:ext cx="68580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94767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51560" y="20391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securely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23360" y="20391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account and booking data stay safe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71232" y="2039112"/>
            <a:ext cx="1005840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1232" y="2039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2395728"/>
            <a:ext cx="85039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2395728"/>
            <a:ext cx="68580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39572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51560" y="24871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available parking slots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23360" y="24871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choose a suitable space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71232" y="2487168"/>
            <a:ext cx="1005840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71232" y="24871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2843784"/>
            <a:ext cx="8503920" cy="402336"/>
          </a:xfrm>
          <a:prstGeom prst="rect">
            <a:avLst/>
          </a:prstGeom>
          <a:solidFill>
            <a:srgbClr val="EFF6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2843784"/>
            <a:ext cx="68580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8437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1560" y="29352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 parking slot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023360" y="29352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guarantee a space before arriving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571232" y="2935224"/>
            <a:ext cx="1005840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71232" y="2935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0040" y="3291840"/>
            <a:ext cx="85039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3291840"/>
            <a:ext cx="68580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29184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51560" y="33832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my reservation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023360" y="33832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free the slot if plans change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71232" y="3383280"/>
            <a:ext cx="1005840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1232" y="33832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20040" y="3739896"/>
            <a:ext cx="8503920" cy="402336"/>
          </a:xfrm>
          <a:prstGeom prst="rect">
            <a:avLst/>
          </a:prstGeom>
          <a:solidFill>
            <a:srgbClr val="EFF6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3739896"/>
            <a:ext cx="68580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373989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51560" y="383133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my booking history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023360" y="38313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track past and upcoming reservations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571232" y="3831336"/>
            <a:ext cx="100584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71232" y="38313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20040" y="4187952"/>
            <a:ext cx="85039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" y="4187952"/>
            <a:ext cx="68580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41879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US-07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51560" y="42793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booking confirmation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023360" y="4279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proof of my reservation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571232" y="4279392"/>
            <a:ext cx="100584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71232" y="42793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Management System  |  Nursena Idrizi  ·  131666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103120" y="749808"/>
            <a:ext cx="493776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103120" y="7863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Smart Parking System »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31720" y="1170432"/>
            <a:ext cx="2377440" cy="34747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1704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31720" y="1737360"/>
            <a:ext cx="2377440" cy="34747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Parking Slots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31720" y="2304288"/>
            <a:ext cx="2377440" cy="34747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23042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 Slot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31720" y="2871216"/>
            <a:ext cx="2377440" cy="34747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28712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Bookings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31720" y="3438144"/>
            <a:ext cx="2377440" cy="34747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34381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History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46320" y="1170432"/>
            <a:ext cx="2011680" cy="347472"/>
          </a:xfrm>
          <a:prstGeom prst="ellipse">
            <a:avLst/>
          </a:prstGeom>
          <a:solidFill>
            <a:srgbClr val="EEF2FF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1704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Parking Slots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46320" y="1737360"/>
            <a:ext cx="2011680" cy="347472"/>
          </a:xfrm>
          <a:prstGeom prst="ellipse">
            <a:avLst/>
          </a:prstGeom>
          <a:solidFill>
            <a:srgbClr val="EEF2FF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737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46320" y="2304288"/>
            <a:ext cx="2011680" cy="347472"/>
          </a:xfrm>
          <a:prstGeom prst="ellipse">
            <a:avLst/>
          </a:prstGeom>
          <a:solidFill>
            <a:srgbClr val="EEF2FF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3042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Reports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137160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828800"/>
            <a:ext cx="0" cy="54864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011680"/>
            <a:ext cx="640080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377440"/>
            <a:ext cx="0" cy="36576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2377440"/>
            <a:ext cx="274320" cy="36576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28529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68680" y="2057400"/>
            <a:ext cx="1463040" cy="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2057400"/>
            <a:ext cx="1463040" cy="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" y="2057400"/>
            <a:ext cx="1463040" cy="420624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680" y="2057400"/>
            <a:ext cx="1463040" cy="987552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680" y="2057400"/>
            <a:ext cx="1463040" cy="155448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0" y="1371600"/>
            <a:ext cx="457200" cy="4572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75320" y="1828800"/>
            <a:ext cx="0" cy="54864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2011680"/>
            <a:ext cx="640080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75320" y="2377440"/>
            <a:ext cx="0" cy="36576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75320" y="2377440"/>
            <a:ext cx="274320" cy="36576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0" y="28529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46720" y="2057400"/>
            <a:ext cx="0" cy="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46720" y="2057400"/>
            <a:ext cx="0" cy="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46720" y="2057400"/>
            <a:ext cx="0" cy="420624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77316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Use Case Diagram – Smart Parking Management System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Management System  |  Nursena Idrizi  ·  131666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896112"/>
            <a:ext cx="8229600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509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2435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·  HTML5  ·  CSS3  ·  Bootstrap 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0" y="104241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Application — interacts with backend via REST API calls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389120" y="1700784"/>
            <a:ext cx="0" cy="109728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56232"/>
            <a:ext cx="8229600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11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203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Express.js  ·  REST API  ·  JWT Auth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0" y="200253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input validation, middleware, routing, authentication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89120" y="2660904"/>
            <a:ext cx="0" cy="109728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16352"/>
            <a:ext cx="8229600" cy="804672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71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163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ORM  ·  bcrypt  ·  JWT verification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0" y="296265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Abstracts all SQL; repository pattern; token signing &amp; verification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89120" y="3621024"/>
            <a:ext cx="0" cy="109728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76472"/>
            <a:ext cx="82296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31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123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  ·  Relational Schema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0" y="392277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for users, slots, reservations, payments, notifications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&amp; Database Design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Management System  |  Nursena Idrizi  ·  131666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834640" cy="1572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83464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59536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143000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-userId: int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7472" y="134416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-name: String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54533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-email: String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" y="174650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-role: String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947672"/>
            <a:ext cx="28346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98424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+register()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18541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+login()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46120" y="822960"/>
            <a:ext cx="2834640" cy="1572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822960"/>
            <a:ext cx="283464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859536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ParkingSlot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19272" y="1143000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-slotId: int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19272" y="134416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-slotNumber: String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19272" y="154533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-status: String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19272" y="174650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-type: String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46120" y="1947672"/>
            <a:ext cx="28346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198424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+checkAvailability()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19272" y="218541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+updateStatus()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217920" y="822960"/>
            <a:ext cx="2834640" cy="1572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822960"/>
            <a:ext cx="283464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859536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91072" y="1143000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-resId: int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91072" y="134416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-startTime: DT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91072" y="154533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-endTime: DT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91072" y="174650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-status: String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217920" y="1947672"/>
            <a:ext cx="28346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198424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+create()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91072" y="218541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+cancel()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2880360"/>
            <a:ext cx="283464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2880360"/>
            <a:ext cx="2834640" cy="2926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2916936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47472" y="3200400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-adminId: int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7472" y="340156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-name: String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47472" y="360273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-email: String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3803904"/>
            <a:ext cx="28346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840480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+manageSlots()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7472" y="404164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+viewReports()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46120" y="2880360"/>
            <a:ext cx="2834640" cy="1572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46120" y="2880360"/>
            <a:ext cx="2834640" cy="2926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19272" y="2916936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319272" y="3200400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-payId: int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19272" y="340156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-amount: float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319272" y="360273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-method: String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319272" y="380390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-status: String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246120" y="4005072"/>
            <a:ext cx="28346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19272" y="404164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+process()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319272" y="424281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+refund()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17920" y="2880360"/>
            <a:ext cx="283464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217920" y="2880360"/>
            <a:ext cx="2834640" cy="2926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91072" y="2916936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291072" y="3200400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-notifId: int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291072" y="340156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-message: String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291072" y="360273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-sentAt: DT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217920" y="3803904"/>
            <a:ext cx="28346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91072" y="3840480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+send()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291072" y="404164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+markRead()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108960" y="1335024"/>
            <a:ext cx="13716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80760" y="1335024"/>
            <a:ext cx="13716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Management System  |  Nursena Idrizi  ·  131666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46634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70432"/>
            <a:ext cx="73152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097280" y="11704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/api/auth/register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37560" y="11704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user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545336"/>
            <a:ext cx="4663440" cy="38404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618488"/>
            <a:ext cx="73152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184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97280" y="16184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37560" y="16184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&amp; get JWT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1993392"/>
            <a:ext cx="46634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066544"/>
            <a:ext cx="731520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6654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97280" y="20665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/api/slots/available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37560" y="20665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available slots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2441448"/>
            <a:ext cx="4663440" cy="38404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514600"/>
            <a:ext cx="73152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5146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97280" y="25146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/api/reservations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37560" y="25146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reservation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2889504"/>
            <a:ext cx="46634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2962656"/>
            <a:ext cx="73152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9626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097280" y="29626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/api/reservations/:id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37560" y="29626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reservation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3337560"/>
            <a:ext cx="4663440" cy="38404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410712"/>
            <a:ext cx="73152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4107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097280" y="34107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/api/payments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37560" y="34107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payment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" y="3785616"/>
            <a:ext cx="46634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3858768"/>
            <a:ext cx="731520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8587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097280" y="38587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/api/admin/reports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37560" y="38587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view reports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12080" y="777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Implementation Decisions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212080" y="1097280"/>
            <a:ext cx="36118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212080" y="1097280"/>
            <a:ext cx="54864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40096" y="11704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40096" y="14264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token-based auth; no server-side sessions needed.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212080" y="1847088"/>
            <a:ext cx="36118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212080" y="1847088"/>
            <a:ext cx="54864" cy="67665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40096" y="19202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40096" y="21762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reads 'role' claim before every protected route.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212080" y="2596896"/>
            <a:ext cx="36118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212080" y="2596896"/>
            <a:ext cx="54864" cy="6766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40096" y="26700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340096" y="29260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transactions prevent double-booking race conditions.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212080" y="3346704"/>
            <a:ext cx="36118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212080" y="3346704"/>
            <a:ext cx="54864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40096" y="34198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340096" y="36758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reservations are flagged, not removed — audit trail preserved.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212080" y="4096512"/>
            <a:ext cx="36118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212080" y="4096512"/>
            <a:ext cx="54864" cy="67665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40096" y="41696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340096" y="44256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express-validator checks all request bodies before business logic.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Management System  |  Nursena Idrizi  ·  131666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1920240" cy="1005840"/>
          </a:xfrm>
          <a:prstGeom prst="rect">
            <a:avLst/>
          </a:prstGeom>
          <a:solidFill>
            <a:srgbClr val="2563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960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95728" y="914400"/>
            <a:ext cx="1920240" cy="1005840"/>
          </a:xfrm>
          <a:prstGeom prst="rect">
            <a:avLst/>
          </a:prstGeom>
          <a:solidFill>
            <a:srgbClr val="1A2B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95728" y="960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395728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71416" y="914400"/>
            <a:ext cx="1920240" cy="1005840"/>
          </a:xfrm>
          <a:prstGeom prst="rect">
            <a:avLst/>
          </a:prstGeom>
          <a:solidFill>
            <a:srgbClr val="16A3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71416" y="960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471416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47104" y="914400"/>
            <a:ext cx="1920240" cy="1005840"/>
          </a:xfrm>
          <a:prstGeom prst="rect">
            <a:avLst/>
          </a:prstGeom>
          <a:solidFill>
            <a:srgbClr val="3B82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47104" y="960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547104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Defects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029968"/>
            <a:ext cx="8503920" cy="31089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574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68680" y="2057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Description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89120" y="2057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20840" y="2057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359152"/>
            <a:ext cx="8503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4231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68680" y="24231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– valid data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389120" y="24231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 Created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858000" y="2414016"/>
            <a:ext cx="804672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241401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2688336"/>
            <a:ext cx="8503920" cy="310896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7523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68680" y="27523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wrong password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89120" y="275234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 Unauthorized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58000" y="2743200"/>
            <a:ext cx="804672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274320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3017520"/>
            <a:ext cx="8503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081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68680" y="30815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available slot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89120" y="308152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 Reservation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58000" y="3072384"/>
            <a:ext cx="804672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07238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0040" y="3346704"/>
            <a:ext cx="8503920" cy="310896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4107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68680" y="34107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already-booked slot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389120" y="341071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 Conflict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858000" y="3401568"/>
            <a:ext cx="804672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0" y="340156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20040" y="3675888"/>
            <a:ext cx="8503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7398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68680" y="37398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own reservation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389120" y="373989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Cancelled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858000" y="3730752"/>
            <a:ext cx="804672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0" y="373075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20040" y="4005072"/>
            <a:ext cx="8503920" cy="310896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069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TC-06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68680" y="40690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access admin route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389120" y="40690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 Forbidden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858000" y="4059936"/>
            <a:ext cx="804672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58000" y="405993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0040" y="4334256"/>
            <a:ext cx="8503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43982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TC-07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68680" y="43982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available slots list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389120" y="43982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+ array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858000" y="4389120"/>
            <a:ext cx="804672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58000" y="438912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20040" y="4663440"/>
            <a:ext cx="8503920" cy="310896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47274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TC-08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68680" y="47274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payment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389120" y="472744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+ receipt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858000" y="4718304"/>
            <a:ext cx="804672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58000" y="471830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&amp; Future 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Management System  |  Nursena Idrizi  ·  131666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96696" y="822960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728216" y="1188720"/>
            <a:ext cx="76809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91640"/>
            <a:ext cx="202996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91640"/>
            <a:ext cx="2029968" cy="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73736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" y="199339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93192" y="221284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 · DB schema · User authentication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581912" y="1719072"/>
            <a:ext cx="694944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81912" y="171907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172968" y="822960"/>
            <a:ext cx="731520" cy="7315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2968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04488" y="1188720"/>
            <a:ext cx="76809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96312" y="1691640"/>
            <a:ext cx="202996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96312" y="1691640"/>
            <a:ext cx="2029968" cy="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9464" y="173736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9464" y="199339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69464" y="221284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slot CRUD · Reservation engine · REST API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758184" y="1719072"/>
            <a:ext cx="694944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58184" y="171907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349240" y="822960"/>
            <a:ext cx="731520" cy="7315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80760" y="1188720"/>
            <a:ext cx="76809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72584" y="1691640"/>
            <a:ext cx="202996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72584" y="1691640"/>
            <a:ext cx="2029968" cy="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45736" y="173736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99339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45736" y="221284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· Slot viewer · Booking flow · Dashboard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934456" y="1719072"/>
            <a:ext cx="694944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34456" y="171907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525512" y="822960"/>
            <a:ext cx="731520" cy="7315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25512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848856" y="1691640"/>
            <a:ext cx="202996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48856" y="1691640"/>
            <a:ext cx="2029968" cy="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22008" y="173736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22008" y="199339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7-8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922008" y="221284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· Payments · Notifications · Testing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110728" y="1719072"/>
            <a:ext cx="694944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10728" y="171907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20040" y="33101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" y="3657600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0040" y="3657600"/>
            <a:ext cx="54864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8056" y="3730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48056" y="39867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slot updates without polling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00400" y="3657600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00400" y="3657600"/>
            <a:ext cx="54864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28416" y="3730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328416" y="39867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for iOS &amp; Android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080760" y="3657600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080760" y="3657600"/>
            <a:ext cx="54864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08776" y="3730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Check-in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208776" y="39867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barrier access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20040" y="4389120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20040" y="4389120"/>
            <a:ext cx="54864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8056" y="4462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48056" y="47183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occupancy detection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200400" y="4389120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200400" y="4389120"/>
            <a:ext cx="54864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28416" y="4462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3328416" y="47183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&amp; revenue dashboards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080760" y="4389120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080760" y="4389120"/>
            <a:ext cx="54864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08776" y="4462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208776" y="47183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Albanian, Macedonian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Management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solidFill>
            <a:srgbClr val="1E3A5F"/>
          </a:solidFill>
          <a:ln w="6350">
            <a:solidFill>
              <a:srgbClr val="334D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435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Delivery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28016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web application with React frontend, Node.js backend, REST API, and MySQL database — all requirements met.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8229600" cy="658368"/>
          </a:xfrm>
          <a:prstGeom prst="rect">
            <a:avLst/>
          </a:prstGeom>
          <a:solidFill>
            <a:srgbClr val="1E3A5F"/>
          </a:solidFill>
          <a:ln w="6350">
            <a:solidFill>
              <a:srgbClr val="334D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38528"/>
            <a:ext cx="54864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933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 Solved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2029968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eliminates guesswork in finding parking, reducing urban congestion and driver frustration.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688336"/>
            <a:ext cx="8229600" cy="658368"/>
          </a:xfrm>
          <a:prstGeom prst="rect">
            <a:avLst/>
          </a:prstGeom>
          <a:solidFill>
            <a:srgbClr val="1E3A5F"/>
          </a:solidFill>
          <a:ln w="6350">
            <a:solidFill>
              <a:srgbClr val="334D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88336"/>
            <a:ext cx="54864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432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Architecture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2779776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3-tier design with clean separation of concerns, RBAC, and database transactions for concurrent safety.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438144"/>
            <a:ext cx="8229600" cy="658368"/>
          </a:xfrm>
          <a:prstGeom prst="rect">
            <a:avLst/>
          </a:prstGeom>
          <a:solidFill>
            <a:srgbClr val="1E3A5F"/>
          </a:solidFill>
          <a:ln w="6350">
            <a:solidFill>
              <a:srgbClr val="334D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38144"/>
            <a:ext cx="54864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930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Quality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34640" y="3529584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test pass rate across unit, integration, manual, and security test types with 8 detailed test cases.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187952"/>
            <a:ext cx="8229600" cy="658368"/>
          </a:xfrm>
          <a:prstGeom prst="rect">
            <a:avLst/>
          </a:prstGeom>
          <a:solidFill>
            <a:srgbClr val="1E3A5F"/>
          </a:solidFill>
          <a:ln w="6350">
            <a:solidFill>
              <a:srgbClr val="334D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87952"/>
            <a:ext cx="54864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2428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Experience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34640" y="4279392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with the full software development lifecycle from UML modelling to deployment.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Nursena Idrizi  ·  ni131666@seeu.edu.mk  ·  South East European University  ·  2024/2025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1024</Words>
  <Application>Microsoft Office PowerPoint</Application>
  <PresentationFormat>On-screen Show (16:9)</PresentationFormat>
  <Paragraphs>290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Parking Management System</dc:title>
  <dc:subject>PptxGenJS Presentation</dc:subject>
  <dc:creator>Nursena Idrizi</dc:creator>
  <cp:lastModifiedBy>Nursena Idrizi</cp:lastModifiedBy>
  <cp:revision>4</cp:revision>
  <dcterms:created xsi:type="dcterms:W3CDTF">2026-05-23T13:37:55Z</dcterms:created>
  <dcterms:modified xsi:type="dcterms:W3CDTF">2026-05-23T15:19:06Z</dcterms:modified>
</cp:coreProperties>
</file>